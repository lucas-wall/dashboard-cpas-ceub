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9" r:id="rId2"/>
    <p:sldId id="258" r:id="rId3"/>
    <p:sldId id="262" r:id="rId4"/>
    <p:sldId id="264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00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8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FEDE8-D9C9-4EF5-A3AA-210337ED54D7}" type="datetimeFigureOut">
              <a:rPr lang="pt-BR" smtClean="0"/>
              <a:t>24/06/2025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A9297-9015-4F4B-A3BF-3801B135FA1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39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2FBF6-2420-66E9-DCCD-CA0D724BB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65708-FE66-6E7F-90C6-C9A35E836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2EDBF-644F-F2C5-6E7C-7A2B01834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6160-860C-44FC-87CF-575C4213312B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6C15F-3FA5-6C8D-0078-FB286F2F6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64769-A162-4A2F-0C2C-94D13C05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9B312-4EFC-45D7-8C24-A9769AF846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9521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443DA-906D-6472-E4D9-B550E0F43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5CCFF-DAE0-E6ED-0540-4520D3FE4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8ED11-22A6-3485-50FD-D3213937B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6160-860C-44FC-87CF-575C4213312B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2B5CD-72A0-9478-CED7-04CCE1A5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D185-80E4-6438-F854-865421266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9B312-4EFC-45D7-8C24-A9769AF846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7207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889CE-51F1-BBC2-36B2-7DB745E2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F8849-9596-920C-16EE-8A3B3DF9D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0BDCC-6627-3B28-6BC5-9EC9EE439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6160-860C-44FC-87CF-575C4213312B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3F4B6-7971-6EC1-0AC1-A0C600F2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CEBA-F437-FD1F-5833-EF3B47324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9B312-4EFC-45D7-8C24-A9769AF846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012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E9FF-B825-AB98-5954-8A0AE2B7E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0061F-1968-1C96-B370-A385DC3DA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D343D-9C0B-3408-162B-7EF9BA81B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ED24D-30ED-A686-A78B-18F10981E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6160-860C-44FC-87CF-575C4213312B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8A3E0-5F1E-758C-F769-6F18B3008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5E721-0494-13E0-7EBE-47D8D8C3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9B312-4EFC-45D7-8C24-A9769AF846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942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4C96-C5C9-7283-9A65-351E98F4E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C8980-CDD3-16B7-C153-3E8FC6BE3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843D3-02C2-88F8-6FCF-55BD751F6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283EF-CDCE-E7A0-94AD-E0B8547C4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BF92E5-24CC-6826-62DA-09A74594A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AE3E48-BBA1-C157-DBCB-897E6879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6160-860C-44FC-87CF-575C4213312B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22A2E8-1A9B-0CAD-3259-4F23D1B52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555B5F-1570-4365-722A-F89BA0897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9B312-4EFC-45D7-8C24-A9769AF846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40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D993-9E08-BF0B-1FF1-9805106C9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E28CF-A928-14BE-62FD-4BA0D2D9B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6160-860C-44FC-87CF-575C4213312B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55951-2F48-5E5A-80CA-E429FFFC4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47EA4-C915-6FF6-4C51-C33481A8A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9B312-4EFC-45D7-8C24-A9769AF846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3188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9053B8-6EB1-E7A9-3C61-F03FB265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6160-860C-44FC-87CF-575C4213312B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E40E0F-21B5-D92D-21C6-E5C3D536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C66AA-D8E8-8B2C-DD9F-550CCF065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9B312-4EFC-45D7-8C24-A9769AF846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795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B556-BB4C-7DD7-3EE8-C69030B5B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2FE5A-3D5A-51A8-81FC-44D501167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FD0AB-6FA9-50AB-571D-4F2B32E47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56A01-5646-BA02-B9A4-4D6FF6247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6160-860C-44FC-87CF-575C4213312B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3F6B1-AE8A-92D9-AD4C-133C6BF6D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A8ADD-198C-C5E9-A9C6-37D9892E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9B312-4EFC-45D7-8C24-A9769AF846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6263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C7EE-54C6-4C5F-97BC-99537BD63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6F919B-E07D-256C-B7A3-AFDFE16F3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A220B-DC09-A2B7-1FEF-7C8392235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040D2-2A22-80FA-836D-3F817CB71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6160-860C-44FC-87CF-575C4213312B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FE16B-93F1-DC89-D87C-2111970C1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76653-AC79-295F-DFC7-6A29969B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9B312-4EFC-45D7-8C24-A9769AF846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3410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E947-BD82-BBA7-D340-A15BA470E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09A69-B9F9-D8A5-A02B-FD800596C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45CF3-7AD2-F317-56F2-586B1C74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6160-860C-44FC-87CF-575C4213312B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EDAC8-BC64-ED7A-2CDA-BDC457A1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EA2D6-EB64-B3B4-E798-9DAEA70D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9B312-4EFC-45D7-8C24-A9769AF846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36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98A43F-41C4-566C-E9FD-AAF877D95D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ED20F-0313-A321-B0ED-2444EE6CE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CA9BA-F1A3-32D2-4F4B-07C441AB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6160-860C-44FC-87CF-575C4213312B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2CA1C-5E90-5F61-BB21-04AF109BC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EDE18-626B-CCFC-6073-953D49FD4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9B312-4EFC-45D7-8C24-A9769AF846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782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334DC-17CB-0A86-34A8-D205DAFE4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78E8B-2358-C163-EC1D-904078B2D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58DC0-E0CF-F613-3B1D-0B78C4E9D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4A6160-860C-44FC-87CF-575C4213312B}" type="datetimeFigureOut">
              <a:rPr lang="pt-BR" smtClean="0"/>
              <a:t>23/06/2025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DCD1B-4BAA-7A60-7363-EE931267E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7FBCC-4749-9B17-5E6E-5198E0CFD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9B312-4EFC-45D7-8C24-A9769AF846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845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5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D1A45-DB52-AAD8-D64B-E988A538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urple and pink dots">
            <a:extLst>
              <a:ext uri="{FF2B5EF4-FFF2-40B4-BE49-F238E27FC236}">
                <a16:creationId xmlns:a16="http://schemas.microsoft.com/office/drawing/2014/main" id="{1FB2A743-5239-3988-7D6F-CCBE75AC2F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person in purple and orange outfit jumping in the air">
            <a:extLst>
              <a:ext uri="{FF2B5EF4-FFF2-40B4-BE49-F238E27FC236}">
                <a16:creationId xmlns:a16="http://schemas.microsoft.com/office/drawing/2014/main" id="{815C202A-196E-8BAA-9F8E-DFC18D37FB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86" y="1582165"/>
            <a:ext cx="3312693" cy="4004850"/>
          </a:xfrm>
          <a:prstGeom prst="rect">
            <a:avLst/>
          </a:prstGeom>
        </p:spPr>
      </p:pic>
      <p:pic>
        <p:nvPicPr>
          <p:cNvPr id="3" name="Picture 2" descr="A black and white logo">
            <a:extLst>
              <a:ext uri="{FF2B5EF4-FFF2-40B4-BE49-F238E27FC236}">
                <a16:creationId xmlns:a16="http://schemas.microsoft.com/office/drawing/2014/main" id="{5B015322-C76E-C0C5-F985-ADD7031AE0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628" y="1376171"/>
            <a:ext cx="3602743" cy="960122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36E6EF8-3FFD-68BC-EC15-139A410FD7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61" t="52499" r="15860"/>
          <a:stretch>
            <a:fillRect/>
          </a:stretch>
        </p:blipFill>
        <p:spPr>
          <a:xfrm>
            <a:off x="4042739" y="2982605"/>
            <a:ext cx="4106519" cy="892789"/>
          </a:xfrm>
          <a:prstGeom prst="rect">
            <a:avLst/>
          </a:prstGeom>
        </p:spPr>
      </p:pic>
      <p:pic>
        <p:nvPicPr>
          <p:cNvPr id="10" name="Picture 9" descr="A black background with white text">
            <a:extLst>
              <a:ext uri="{FF2B5EF4-FFF2-40B4-BE49-F238E27FC236}">
                <a16:creationId xmlns:a16="http://schemas.microsoft.com/office/drawing/2014/main" id="{451E96BE-C3A5-EA3A-2EDB-7A727D0365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249" y="6210283"/>
            <a:ext cx="3883497" cy="647249"/>
          </a:xfrm>
          <a:prstGeom prst="rect">
            <a:avLst/>
          </a:prstGeom>
        </p:spPr>
      </p:pic>
      <p:pic>
        <p:nvPicPr>
          <p:cNvPr id="21" name="Picture 20" descr="A person in purple and orange outfit jumping in the air">
            <a:extLst>
              <a:ext uri="{FF2B5EF4-FFF2-40B4-BE49-F238E27FC236}">
                <a16:creationId xmlns:a16="http://schemas.microsoft.com/office/drawing/2014/main" id="{3BB3E766-1DD8-44C3-473E-312E61E663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86" y="1582165"/>
            <a:ext cx="3312693" cy="4004850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CB3A76-9752-6811-9570-963BF100422B}"/>
              </a:ext>
            </a:extLst>
          </p:cNvPr>
          <p:cNvSpPr/>
          <p:nvPr/>
        </p:nvSpPr>
        <p:spPr>
          <a:xfrm flipH="1">
            <a:off x="681037" y="2793149"/>
            <a:ext cx="2876600" cy="1082245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5D8E2C3-E033-39D2-01C9-639BB01AC55E}"/>
              </a:ext>
            </a:extLst>
          </p:cNvPr>
          <p:cNvSpPr/>
          <p:nvPr/>
        </p:nvSpPr>
        <p:spPr>
          <a:xfrm flipH="1">
            <a:off x="681037" y="2793149"/>
            <a:ext cx="2876600" cy="1082245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D00E2D3-63F0-F032-74E9-B0F837C0FB4F}"/>
              </a:ext>
            </a:extLst>
          </p:cNvPr>
          <p:cNvSpPr/>
          <p:nvPr/>
        </p:nvSpPr>
        <p:spPr>
          <a:xfrm flipH="1">
            <a:off x="681037" y="1616534"/>
            <a:ext cx="2876600" cy="1082245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1F58D90-B767-98AA-0FD7-A51CEA299192}"/>
              </a:ext>
            </a:extLst>
          </p:cNvPr>
          <p:cNvSpPr/>
          <p:nvPr/>
        </p:nvSpPr>
        <p:spPr>
          <a:xfrm flipH="1">
            <a:off x="681037" y="1616534"/>
            <a:ext cx="2876600" cy="1082245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2" name="Picture 3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AD73B75-7535-727D-6F9F-071B39935F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95" t="27503" r="27104"/>
          <a:stretch>
            <a:fillRect/>
          </a:stretch>
        </p:blipFill>
        <p:spPr>
          <a:xfrm>
            <a:off x="859940" y="1886055"/>
            <a:ext cx="1846245" cy="543198"/>
          </a:xfrm>
          <a:prstGeom prst="rect">
            <a:avLst/>
          </a:prstGeom>
        </p:spPr>
      </p:pic>
      <p:pic>
        <p:nvPicPr>
          <p:cNvPr id="33" name="Picture 32" descr="A white line drawing of a graph and magnifying glass">
            <a:extLst>
              <a:ext uri="{FF2B5EF4-FFF2-40B4-BE49-F238E27FC236}">
                <a16:creationId xmlns:a16="http://schemas.microsoft.com/office/drawing/2014/main" id="{874AC602-0EC5-EBF0-592F-18B08E1830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066" y="1886056"/>
            <a:ext cx="543197" cy="543197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C9461AD-0C63-64A7-26D2-FAAD9D163B98}"/>
              </a:ext>
            </a:extLst>
          </p:cNvPr>
          <p:cNvSpPr/>
          <p:nvPr/>
        </p:nvSpPr>
        <p:spPr>
          <a:xfrm flipH="1">
            <a:off x="681037" y="3969764"/>
            <a:ext cx="2876600" cy="1082245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5303CA6-7BE1-690D-1F55-B24B449B9751}"/>
              </a:ext>
            </a:extLst>
          </p:cNvPr>
          <p:cNvSpPr/>
          <p:nvPr/>
        </p:nvSpPr>
        <p:spPr>
          <a:xfrm flipH="1">
            <a:off x="681037" y="3969764"/>
            <a:ext cx="2876600" cy="1082245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3" name="Picture 4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DDF7528-D922-32BF-45F9-6B747556C2E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8" t="40827" r="22787" b="11096"/>
          <a:stretch>
            <a:fillRect/>
          </a:stretch>
        </p:blipFill>
        <p:spPr>
          <a:xfrm>
            <a:off x="709434" y="3168146"/>
            <a:ext cx="1996751" cy="332243"/>
          </a:xfrm>
          <a:prstGeom prst="rect">
            <a:avLst/>
          </a:prstGeom>
        </p:spPr>
      </p:pic>
      <p:pic>
        <p:nvPicPr>
          <p:cNvPr id="45" name="Picture 44" descr="A white line drawing of a question mark and a cursor&#10;&#10;AI-generated content may be incorrect.">
            <a:extLst>
              <a:ext uri="{FF2B5EF4-FFF2-40B4-BE49-F238E27FC236}">
                <a16:creationId xmlns:a16="http://schemas.microsoft.com/office/drawing/2014/main" id="{80CE639D-E694-C01D-B6E1-03EB32EE3BD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284" y="3063364"/>
            <a:ext cx="541808" cy="541808"/>
          </a:xfrm>
          <a:prstGeom prst="rect">
            <a:avLst/>
          </a:prstGeom>
        </p:spPr>
      </p:pic>
      <p:pic>
        <p:nvPicPr>
          <p:cNvPr id="51" name="Picture 50" descr="A black background with white text">
            <a:extLst>
              <a:ext uri="{FF2B5EF4-FFF2-40B4-BE49-F238E27FC236}">
                <a16:creationId xmlns:a16="http://schemas.microsoft.com/office/drawing/2014/main" id="{0A602D45-A586-37C2-C3A4-52C917CFE47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0" t="48206" r="24399" b="16041"/>
          <a:stretch>
            <a:fillRect/>
          </a:stretch>
        </p:blipFill>
        <p:spPr>
          <a:xfrm>
            <a:off x="709434" y="4376123"/>
            <a:ext cx="2026764" cy="269522"/>
          </a:xfrm>
          <a:prstGeom prst="rect">
            <a:avLst/>
          </a:prstGeom>
        </p:spPr>
      </p:pic>
      <p:pic>
        <p:nvPicPr>
          <p:cNvPr id="53" name="Picture 52" descr="A white outline of a graduation cap&#10;&#10;AI-generated content may be incorrect.">
            <a:extLst>
              <a:ext uri="{FF2B5EF4-FFF2-40B4-BE49-F238E27FC236}">
                <a16:creationId xmlns:a16="http://schemas.microsoft.com/office/drawing/2014/main" id="{5C24F6E7-BB0E-7761-BD8E-20A435BED4A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284" y="4268335"/>
            <a:ext cx="485102" cy="48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1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93C9E-AF58-DE5B-E592-BE1DEB6D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in purple and orange outfit jumping in the air">
            <a:extLst>
              <a:ext uri="{FF2B5EF4-FFF2-40B4-BE49-F238E27FC236}">
                <a16:creationId xmlns:a16="http://schemas.microsoft.com/office/drawing/2014/main" id="{F760FBC3-AFA7-70A2-A70E-63599A27F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86" y="1582165"/>
            <a:ext cx="3312693" cy="400485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BEAB38-5164-C923-ECA5-24D4FA565007}"/>
              </a:ext>
            </a:extLst>
          </p:cNvPr>
          <p:cNvSpPr/>
          <p:nvPr/>
        </p:nvSpPr>
        <p:spPr>
          <a:xfrm>
            <a:off x="139506" y="242701"/>
            <a:ext cx="1770498" cy="6260736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3" name="Rectangle: Rounded Corners 2">
            <a:extLst>
              <a:ext uri="{FF2B5EF4-FFF2-40B4-BE49-F238E27FC236}">
                <a16:creationId xmlns:a16="http://schemas.microsoft.com/office/drawing/2014/main" id="{93D5E978-E8ED-DF99-4C47-7C568D00DE72}"/>
              </a:ext>
            </a:extLst>
          </p:cNvPr>
          <p:cNvSpPr/>
          <p:nvPr/>
        </p:nvSpPr>
        <p:spPr>
          <a:xfrm>
            <a:off x="139506" y="177282"/>
            <a:ext cx="1770498" cy="6326155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FE895C-05FC-4814-9960-0C739BA3298F}"/>
              </a:ext>
            </a:extLst>
          </p:cNvPr>
          <p:cNvSpPr/>
          <p:nvPr/>
        </p:nvSpPr>
        <p:spPr>
          <a:xfrm>
            <a:off x="2711645" y="4254760"/>
            <a:ext cx="7300102" cy="2355874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7" name="Rectangle: Rounded Corners 6">
            <a:extLst>
              <a:ext uri="{FF2B5EF4-FFF2-40B4-BE49-F238E27FC236}">
                <a16:creationId xmlns:a16="http://schemas.microsoft.com/office/drawing/2014/main" id="{B1DD4873-52BA-537C-D945-234C6BE132CE}"/>
              </a:ext>
            </a:extLst>
          </p:cNvPr>
          <p:cNvSpPr/>
          <p:nvPr/>
        </p:nvSpPr>
        <p:spPr>
          <a:xfrm>
            <a:off x="2711645" y="4254760"/>
            <a:ext cx="7300102" cy="2355874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D6EEB96-2244-E3B1-9CF2-16135AA721B8}"/>
              </a:ext>
            </a:extLst>
          </p:cNvPr>
          <p:cNvSpPr/>
          <p:nvPr/>
        </p:nvSpPr>
        <p:spPr>
          <a:xfrm>
            <a:off x="2711645" y="1334279"/>
            <a:ext cx="7300102" cy="2657564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87360F07-AC67-748F-F99A-50701CF1D099}"/>
              </a:ext>
            </a:extLst>
          </p:cNvPr>
          <p:cNvSpPr/>
          <p:nvPr/>
        </p:nvSpPr>
        <p:spPr>
          <a:xfrm>
            <a:off x="2711645" y="1334279"/>
            <a:ext cx="7300102" cy="2657564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B28A63-A19F-1DC3-19D6-0802614401CD}"/>
              </a:ext>
            </a:extLst>
          </p:cNvPr>
          <p:cNvSpPr/>
          <p:nvPr/>
        </p:nvSpPr>
        <p:spPr>
          <a:xfrm>
            <a:off x="2067832" y="177283"/>
            <a:ext cx="1380930" cy="1007706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C4659A-1747-E316-74E6-2C74A3C5AEF8}"/>
              </a:ext>
            </a:extLst>
          </p:cNvPr>
          <p:cNvSpPr/>
          <p:nvPr/>
        </p:nvSpPr>
        <p:spPr>
          <a:xfrm>
            <a:off x="2067832" y="177283"/>
            <a:ext cx="1380930" cy="1007706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3350AAA-4881-68C9-2549-E33DE26516FF}"/>
              </a:ext>
            </a:extLst>
          </p:cNvPr>
          <p:cNvSpPr/>
          <p:nvPr/>
        </p:nvSpPr>
        <p:spPr>
          <a:xfrm>
            <a:off x="5405535" y="177282"/>
            <a:ext cx="1380930" cy="1007706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79D55D4-CB93-60E7-0BF3-3E9A587E3EB6}"/>
              </a:ext>
            </a:extLst>
          </p:cNvPr>
          <p:cNvSpPr/>
          <p:nvPr/>
        </p:nvSpPr>
        <p:spPr>
          <a:xfrm>
            <a:off x="5405535" y="177282"/>
            <a:ext cx="1380930" cy="1007706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FE9CBC2-FCC3-7E76-024D-C9E384EB5E70}"/>
              </a:ext>
            </a:extLst>
          </p:cNvPr>
          <p:cNvSpPr/>
          <p:nvPr/>
        </p:nvSpPr>
        <p:spPr>
          <a:xfrm>
            <a:off x="8984926" y="177282"/>
            <a:ext cx="1380930" cy="1007706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8D840B-7289-1557-88E5-8D67607096A4}"/>
              </a:ext>
            </a:extLst>
          </p:cNvPr>
          <p:cNvSpPr/>
          <p:nvPr/>
        </p:nvSpPr>
        <p:spPr>
          <a:xfrm>
            <a:off x="8984926" y="177282"/>
            <a:ext cx="1380930" cy="1007706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CDB6EAC-65D6-3585-AD37-7B7D3D2FB8A2}"/>
              </a:ext>
            </a:extLst>
          </p:cNvPr>
          <p:cNvSpPr/>
          <p:nvPr/>
        </p:nvSpPr>
        <p:spPr>
          <a:xfrm>
            <a:off x="10365856" y="1617308"/>
            <a:ext cx="1222764" cy="2460170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9BF3986-E096-2A32-3FBF-B9F9B95D3251}"/>
              </a:ext>
            </a:extLst>
          </p:cNvPr>
          <p:cNvSpPr/>
          <p:nvPr/>
        </p:nvSpPr>
        <p:spPr>
          <a:xfrm>
            <a:off x="10365856" y="1617308"/>
            <a:ext cx="1222764" cy="2460170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Picture 2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5A17C2E-3A16-336E-A016-867217FB3A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95" t="27503" r="27104"/>
          <a:stretch>
            <a:fillRect/>
          </a:stretch>
        </p:blipFill>
        <p:spPr>
          <a:xfrm>
            <a:off x="6799104" y="438506"/>
            <a:ext cx="1547812" cy="455394"/>
          </a:xfrm>
          <a:prstGeom prst="rect">
            <a:avLst/>
          </a:prstGeom>
        </p:spPr>
      </p:pic>
      <p:pic>
        <p:nvPicPr>
          <p:cNvPr id="24" name="Picture 23" descr="A white line drawing of a graph and magnifying glass">
            <a:extLst>
              <a:ext uri="{FF2B5EF4-FFF2-40B4-BE49-F238E27FC236}">
                <a16:creationId xmlns:a16="http://schemas.microsoft.com/office/drawing/2014/main" id="{CF404AA8-AC41-E8B1-EBCF-F93616EA1C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8217" y="453438"/>
            <a:ext cx="455393" cy="45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67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4829D-2D6A-3957-D5F2-78CEF955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in purple and orange outfit jumping in the air">
            <a:extLst>
              <a:ext uri="{FF2B5EF4-FFF2-40B4-BE49-F238E27FC236}">
                <a16:creationId xmlns:a16="http://schemas.microsoft.com/office/drawing/2014/main" id="{31D4F711-9FE5-6F30-5E16-A40D706BD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86" y="1582165"/>
            <a:ext cx="3312693" cy="40048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0CD8A0-BB29-C0FB-6B09-9E9FDC704785}"/>
              </a:ext>
            </a:extLst>
          </p:cNvPr>
          <p:cNvSpPr/>
          <p:nvPr/>
        </p:nvSpPr>
        <p:spPr>
          <a:xfrm>
            <a:off x="139506" y="242701"/>
            <a:ext cx="1770498" cy="6260736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92A8B3-3C93-D9B8-7CFF-981841D7DBAF}"/>
              </a:ext>
            </a:extLst>
          </p:cNvPr>
          <p:cNvSpPr/>
          <p:nvPr/>
        </p:nvSpPr>
        <p:spPr>
          <a:xfrm>
            <a:off x="139506" y="177282"/>
            <a:ext cx="1770498" cy="6326155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1B9DB2B-0CF5-47A2-12D9-3456F79C2340}"/>
              </a:ext>
            </a:extLst>
          </p:cNvPr>
          <p:cNvSpPr/>
          <p:nvPr/>
        </p:nvSpPr>
        <p:spPr>
          <a:xfrm>
            <a:off x="10365855" y="1617308"/>
            <a:ext cx="1474691" cy="2460170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DADD46D-D79C-8AC9-B7CC-4240776225C0}"/>
              </a:ext>
            </a:extLst>
          </p:cNvPr>
          <p:cNvSpPr/>
          <p:nvPr/>
        </p:nvSpPr>
        <p:spPr>
          <a:xfrm>
            <a:off x="10365855" y="1617308"/>
            <a:ext cx="1474691" cy="2460170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8BAFBCB-95E5-D026-0CEC-43B8E05CDBB8}"/>
              </a:ext>
            </a:extLst>
          </p:cNvPr>
          <p:cNvSpPr/>
          <p:nvPr/>
        </p:nvSpPr>
        <p:spPr>
          <a:xfrm>
            <a:off x="2067832" y="177283"/>
            <a:ext cx="1380930" cy="1007706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67D50B9-9760-8B0C-6276-B3861656B0DF}"/>
              </a:ext>
            </a:extLst>
          </p:cNvPr>
          <p:cNvSpPr/>
          <p:nvPr/>
        </p:nvSpPr>
        <p:spPr>
          <a:xfrm>
            <a:off x="2067832" y="177283"/>
            <a:ext cx="1380930" cy="1007706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C37DF82-E804-98DD-8266-B352C5511423}"/>
              </a:ext>
            </a:extLst>
          </p:cNvPr>
          <p:cNvSpPr/>
          <p:nvPr/>
        </p:nvSpPr>
        <p:spPr>
          <a:xfrm>
            <a:off x="5405535" y="177282"/>
            <a:ext cx="1380930" cy="1007706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71CA4A1-6207-D36F-7912-223C8F19CD14}"/>
              </a:ext>
            </a:extLst>
          </p:cNvPr>
          <p:cNvSpPr/>
          <p:nvPr/>
        </p:nvSpPr>
        <p:spPr>
          <a:xfrm>
            <a:off x="5405535" y="177282"/>
            <a:ext cx="1380930" cy="1007706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322ABA0-A842-93CD-D145-EC124B675479}"/>
              </a:ext>
            </a:extLst>
          </p:cNvPr>
          <p:cNvSpPr/>
          <p:nvPr/>
        </p:nvSpPr>
        <p:spPr>
          <a:xfrm>
            <a:off x="2067832" y="1334279"/>
            <a:ext cx="4342299" cy="5169158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FF838CA-0F80-34A7-F7FD-FAA9D010F251}"/>
              </a:ext>
            </a:extLst>
          </p:cNvPr>
          <p:cNvSpPr/>
          <p:nvPr/>
        </p:nvSpPr>
        <p:spPr>
          <a:xfrm>
            <a:off x="2067832" y="1334279"/>
            <a:ext cx="4342299" cy="5169158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15443C2-9955-5E94-4200-AB98C41E5A07}"/>
              </a:ext>
            </a:extLst>
          </p:cNvPr>
          <p:cNvSpPr/>
          <p:nvPr/>
        </p:nvSpPr>
        <p:spPr>
          <a:xfrm>
            <a:off x="6483984" y="1334279"/>
            <a:ext cx="3462449" cy="2360643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5D50A17-D10A-ACDC-0A23-0F2026E28008}"/>
              </a:ext>
            </a:extLst>
          </p:cNvPr>
          <p:cNvSpPr/>
          <p:nvPr/>
        </p:nvSpPr>
        <p:spPr>
          <a:xfrm>
            <a:off x="6483985" y="3760237"/>
            <a:ext cx="3546424" cy="2743201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Picture 1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63DB53F-6134-BBAD-81AD-D851161E0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8" t="40827" r="22787" b="11096"/>
          <a:stretch>
            <a:fillRect/>
          </a:stretch>
        </p:blipFill>
        <p:spPr>
          <a:xfrm>
            <a:off x="6944293" y="459344"/>
            <a:ext cx="1996751" cy="332243"/>
          </a:xfrm>
          <a:prstGeom prst="rect">
            <a:avLst/>
          </a:prstGeom>
        </p:spPr>
      </p:pic>
      <p:pic>
        <p:nvPicPr>
          <p:cNvPr id="14" name="Picture 13" descr="A white line drawing of a question mark and a cursor&#10;&#10;AI-generated content may be incorrect.">
            <a:extLst>
              <a:ext uri="{FF2B5EF4-FFF2-40B4-BE49-F238E27FC236}">
                <a16:creationId xmlns:a16="http://schemas.microsoft.com/office/drawing/2014/main" id="{E1E80A2B-ED45-DE7E-45A1-88619BC05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143" y="354562"/>
            <a:ext cx="541808" cy="54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41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ED14E-78EB-2C16-87F0-1F81B0A93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in purple and orange outfit jumping in the air">
            <a:extLst>
              <a:ext uri="{FF2B5EF4-FFF2-40B4-BE49-F238E27FC236}">
                <a16:creationId xmlns:a16="http://schemas.microsoft.com/office/drawing/2014/main" id="{479A5014-A0AB-9F2D-9DDC-D7A33537E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86" y="1582165"/>
            <a:ext cx="3312693" cy="400485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88296F0-B016-ABEC-F4E7-FE5885392602}"/>
              </a:ext>
            </a:extLst>
          </p:cNvPr>
          <p:cNvSpPr/>
          <p:nvPr/>
        </p:nvSpPr>
        <p:spPr>
          <a:xfrm>
            <a:off x="139506" y="242701"/>
            <a:ext cx="1770498" cy="6260736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635AF72-B636-6260-4F25-D7B4B7A1F0A1}"/>
              </a:ext>
            </a:extLst>
          </p:cNvPr>
          <p:cNvSpPr/>
          <p:nvPr/>
        </p:nvSpPr>
        <p:spPr>
          <a:xfrm>
            <a:off x="139506" y="177282"/>
            <a:ext cx="1770498" cy="6326155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606AD9A-5BC7-4FCF-7661-01711D6A1077}"/>
              </a:ext>
            </a:extLst>
          </p:cNvPr>
          <p:cNvSpPr/>
          <p:nvPr/>
        </p:nvSpPr>
        <p:spPr>
          <a:xfrm>
            <a:off x="2067831" y="177283"/>
            <a:ext cx="1841695" cy="1212978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26D18CA-3489-0F5E-363F-845F1AEF5BD8}"/>
              </a:ext>
            </a:extLst>
          </p:cNvPr>
          <p:cNvSpPr/>
          <p:nvPr/>
        </p:nvSpPr>
        <p:spPr>
          <a:xfrm>
            <a:off x="2067831" y="177283"/>
            <a:ext cx="1841695" cy="1212978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3EA7C2-BF70-82CD-8507-389DDA06926A}"/>
              </a:ext>
            </a:extLst>
          </p:cNvPr>
          <p:cNvSpPr/>
          <p:nvPr/>
        </p:nvSpPr>
        <p:spPr>
          <a:xfrm>
            <a:off x="8649023" y="177282"/>
            <a:ext cx="1841695" cy="1212978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3461F40-07B2-E5BD-BC46-5D7A971FAE84}"/>
              </a:ext>
            </a:extLst>
          </p:cNvPr>
          <p:cNvSpPr/>
          <p:nvPr/>
        </p:nvSpPr>
        <p:spPr>
          <a:xfrm>
            <a:off x="8649023" y="177282"/>
            <a:ext cx="1841695" cy="1212978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42D730-D984-C552-7BCE-2EA0852C9159}"/>
              </a:ext>
            </a:extLst>
          </p:cNvPr>
          <p:cNvSpPr/>
          <p:nvPr/>
        </p:nvSpPr>
        <p:spPr>
          <a:xfrm>
            <a:off x="2067831" y="4245429"/>
            <a:ext cx="7831949" cy="2258008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3" name="Rectangle: Rounded Corners 2">
            <a:extLst>
              <a:ext uri="{FF2B5EF4-FFF2-40B4-BE49-F238E27FC236}">
                <a16:creationId xmlns:a16="http://schemas.microsoft.com/office/drawing/2014/main" id="{7F8C47D0-58EF-110D-2795-5154DB721E86}"/>
              </a:ext>
            </a:extLst>
          </p:cNvPr>
          <p:cNvSpPr/>
          <p:nvPr/>
        </p:nvSpPr>
        <p:spPr>
          <a:xfrm>
            <a:off x="2067831" y="4245429"/>
            <a:ext cx="8422887" cy="2258008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B351A9-AD01-5FC6-8AE2-A990DD1A0ABF}"/>
              </a:ext>
            </a:extLst>
          </p:cNvPr>
          <p:cNvSpPr/>
          <p:nvPr/>
        </p:nvSpPr>
        <p:spPr>
          <a:xfrm>
            <a:off x="2067832" y="1483566"/>
            <a:ext cx="4528912" cy="2668555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7" name="Rectangle: Rounded Corners 6">
            <a:extLst>
              <a:ext uri="{FF2B5EF4-FFF2-40B4-BE49-F238E27FC236}">
                <a16:creationId xmlns:a16="http://schemas.microsoft.com/office/drawing/2014/main" id="{D3A3B72F-A336-03E9-ED73-F73AE71B91A5}"/>
              </a:ext>
            </a:extLst>
          </p:cNvPr>
          <p:cNvSpPr/>
          <p:nvPr/>
        </p:nvSpPr>
        <p:spPr>
          <a:xfrm>
            <a:off x="2067832" y="1483566"/>
            <a:ext cx="4528912" cy="2668555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27183B-2519-C431-6315-95D20061DE3B}"/>
              </a:ext>
            </a:extLst>
          </p:cNvPr>
          <p:cNvSpPr/>
          <p:nvPr/>
        </p:nvSpPr>
        <p:spPr>
          <a:xfrm>
            <a:off x="6876662" y="1483566"/>
            <a:ext cx="3614056" cy="2668555"/>
          </a:xfrm>
          <a:prstGeom prst="roundRect">
            <a:avLst/>
          </a:prstGeom>
          <a:gradFill>
            <a:gsLst>
              <a:gs pos="70000">
                <a:srgbClr val="FFFFFF">
                  <a:alpha val="10000"/>
                </a:srgbClr>
              </a:gs>
              <a:gs pos="20000">
                <a:srgbClr val="FFFFFF">
                  <a:alpha val="10000"/>
                </a:srgbClr>
              </a:gs>
              <a:gs pos="0">
                <a:schemeClr val="bg1"/>
              </a:gs>
              <a:gs pos="100000">
                <a:schemeClr val="bg1"/>
              </a:gs>
            </a:gsLst>
            <a:lin ang="2700000" scaled="0"/>
          </a:gradFill>
          <a:ln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9" name="Rectangle: Rounded Corners 8">
            <a:extLst>
              <a:ext uri="{FF2B5EF4-FFF2-40B4-BE49-F238E27FC236}">
                <a16:creationId xmlns:a16="http://schemas.microsoft.com/office/drawing/2014/main" id="{B14691C3-4EFB-020D-D0A6-BC42137B894C}"/>
              </a:ext>
            </a:extLst>
          </p:cNvPr>
          <p:cNvSpPr/>
          <p:nvPr/>
        </p:nvSpPr>
        <p:spPr>
          <a:xfrm>
            <a:off x="6876662" y="1483566"/>
            <a:ext cx="3614056" cy="2668555"/>
          </a:xfrm>
          <a:prstGeom prst="roundRect">
            <a:avLst/>
          </a:prstGeom>
          <a:ln w="25400">
            <a:solidFill>
              <a:srgbClr val="BF0087">
                <a:alpha val="4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Picture 11" descr="A black background with white text">
            <a:extLst>
              <a:ext uri="{FF2B5EF4-FFF2-40B4-BE49-F238E27FC236}">
                <a16:creationId xmlns:a16="http://schemas.microsoft.com/office/drawing/2014/main" id="{CE7DA3BF-147B-A44C-A184-B3FD6F04B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0" t="48206" r="24399" b="16041"/>
          <a:stretch>
            <a:fillRect/>
          </a:stretch>
        </p:blipFill>
        <p:spPr>
          <a:xfrm>
            <a:off x="4984298" y="597225"/>
            <a:ext cx="2026764" cy="269522"/>
          </a:xfrm>
          <a:prstGeom prst="rect">
            <a:avLst/>
          </a:prstGeom>
        </p:spPr>
      </p:pic>
      <p:pic>
        <p:nvPicPr>
          <p:cNvPr id="13" name="Picture 12" descr="A white outline of a graduation cap&#10;&#10;AI-generated content may be incorrect.">
            <a:extLst>
              <a:ext uri="{FF2B5EF4-FFF2-40B4-BE49-F238E27FC236}">
                <a16:creationId xmlns:a16="http://schemas.microsoft.com/office/drawing/2014/main" id="{1379F3F9-DE40-FE35-A50E-C437BC247B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148" y="489437"/>
            <a:ext cx="485102" cy="48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129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Wall</dc:creator>
  <cp:lastModifiedBy>Lucas Wall</cp:lastModifiedBy>
  <cp:revision>2</cp:revision>
  <dcterms:created xsi:type="dcterms:W3CDTF">2025-06-23T19:02:37Z</dcterms:created>
  <dcterms:modified xsi:type="dcterms:W3CDTF">2025-06-24T05:25:20Z</dcterms:modified>
</cp:coreProperties>
</file>